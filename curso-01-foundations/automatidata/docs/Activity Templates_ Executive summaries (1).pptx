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 templates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Use the Layout dropdown menu to select a template or build your own using these layouts as inspiration. 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